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DATS 6450 · BIG DATA ANALYTICS · FINAL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KINGS</a:t>
            </a:r>
            <a:endParaRPr lang="en-US" sz="6400" dirty="0"/>
          </a:p>
          <a:p>
            <a:pPr indent="0" marL="0">
              <a:buNone/>
            </a:pPr>
            <a:r>
              <a:rPr lang="en-US" sz="3600" i="1" dirty="0">
                <a:solidFill>
                  <a:srgbClr val="8B94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Reddit Reacted to India's</a:t>
            </a:r>
            <a:endParaRPr lang="en-US" sz="6400" dirty="0"/>
          </a:p>
          <a:p>
            <a:pPr indent="0" marL="0">
              <a:buNone/>
            </a:pPr>
            <a:r>
              <a:rPr lang="en-US" sz="5600" i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Heartbreak </a:t>
            </a:r>
            <a:pPr indent="0" marL="0">
              <a:buNone/>
            </a:pPr>
            <a:r>
              <a:rPr lang="en-US" sz="5600" i="1" dirty="0">
                <a:solidFill>
                  <a:srgbClr val="8B94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</a:t>
            </a:r>
            <a:pPr indent="0" marL="0">
              <a:buNone/>
            </a:pPr>
            <a:r>
              <a:rPr lang="en-US" sz="5600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Redemption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9    ·    Nikhil Obuleni    ·    Viharika Vemparala    ·    Siddardha Reddy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478 GB question, asked of 4 billion Reddit rows.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51760" cy="1463040"/>
          </a:xfrm>
          <a:prstGeom prst="rect">
            <a:avLst/>
          </a:prstGeom>
          <a:solidFill>
            <a:srgbClr val="F8F5F0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286000"/>
            <a:ext cx="54864" cy="14630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77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478 GB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2286000"/>
            <a:ext cx="2651760" cy="1463040"/>
          </a:xfrm>
          <a:prstGeom prst="rect">
            <a:avLst/>
          </a:prstGeom>
          <a:solidFill>
            <a:srgbClr val="F8F5F0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2286000"/>
            <a:ext cx="54864" cy="14630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2377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567 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11880" y="3154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2651760" cy="1463040"/>
          </a:xfrm>
          <a:prstGeom prst="rect">
            <a:avLst/>
          </a:prstGeom>
          <a:solidFill>
            <a:srgbClr val="F8F5F0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286000"/>
            <a:ext cx="54864" cy="14630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377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3.68 B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46520" y="3154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52560" y="2286000"/>
            <a:ext cx="2651760" cy="1463040"/>
          </a:xfrm>
          <a:prstGeom prst="rect">
            <a:avLst/>
          </a:prstGeom>
          <a:solidFill>
            <a:srgbClr val="F8F5F0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2286000"/>
            <a:ext cx="54864" cy="14630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9281160" y="2377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281160" y="3154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SUBREDDITS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062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can't open this. Even a single month doesn't fit in memory.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7091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3.5.1 on EC2 reading Parquet from S3 over the s3a connector.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2120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job (filtering 478 GB to cricket subreddits) took 3.5 hours.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FRAMING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problem. Ten answerable questions.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" cy="42062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Which king dominates Reddit activity?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Volume + sentiment between loss and win?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Did the dominant subreddits change?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Player-specific posts vs. team India posts?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828800"/>
            <a:ext cx="54864" cy="42062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09160" y="22860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Sentiment around each player and event?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Q6.  Most distinctive words for each player?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Q7.  Latent topics during loss vs. win period?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0" y="1828800"/>
            <a:ext cx="54864" cy="42062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864108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41080" y="22860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Q8.  Classify high-engagement posts (top 25%)?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Q9.  Predict comment count via regression?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Q10.  Cluster cricket subreddits via K-Means?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Q1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tells one story.  Engagement tells another.</a:t>
            </a:r>
            <a:endParaRPr lang="en-US" sz="2800" dirty="0"/>
          </a:p>
        </p:txBody>
      </p:sp>
      <p:pic>
        <p:nvPicPr>
          <p:cNvPr id="4" name="Image 0" descr="/home/claude/slides/figures/02_player_mentions_pos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621792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4088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040880" y="2331720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0" y="21945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got mentioned the most (9,910 posts).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040880" y="2926080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0" y="27889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Dhoni gets the highest avg score per post (99.7).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040880" y="3520440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0" y="33832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fanbase, more devoted.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4114800"/>
          <a:ext cx="4572000" cy="155448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  <a:gridCol w="152400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Dhoni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Kohli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Q2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Joy travels further than grief.</a:t>
            </a:r>
            <a:endParaRPr lang="en-US" sz="3200" dirty="0"/>
          </a:p>
        </p:txBody>
      </p:sp>
      <p:pic>
        <p:nvPicPr>
          <p:cNvPr id="4" name="Image 0" descr="/home/claude/slides/figures/04_heartbreak_vs_redemp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11064240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846320"/>
            <a:ext cx="3520440" cy="1097280"/>
          </a:xfrm>
          <a:prstGeom prst="rect">
            <a:avLst/>
          </a:prstGeom>
          <a:solidFill>
            <a:srgbClr val="F8F5F0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4846320"/>
            <a:ext cx="54864" cy="10972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9377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+22%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77240" y="5532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POSTS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43400" y="4846320"/>
            <a:ext cx="3520440" cy="1097280"/>
          </a:xfrm>
          <a:prstGeom prst="rect">
            <a:avLst/>
          </a:prstGeom>
          <a:solidFill>
            <a:srgbClr val="F8F5F0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43400" y="4846320"/>
            <a:ext cx="54864" cy="10972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0" y="49377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+62%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4572000" y="5532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AVG SCORE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138160" y="4846320"/>
            <a:ext cx="3520440" cy="1097280"/>
          </a:xfrm>
          <a:prstGeom prst="rect">
            <a:avLst/>
          </a:prstGeom>
          <a:solidFill>
            <a:srgbClr val="F8F5F0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38160" y="4846320"/>
            <a:ext cx="54864" cy="10972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2"/>
          <p:cNvSpPr/>
          <p:nvPr/>
        </p:nvSpPr>
        <p:spPr>
          <a:xfrm>
            <a:off x="8366760" y="49377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+17%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8366760" y="5532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COMMENTS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6172200"/>
            <a:ext cx="109728" cy="10972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6035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fanbase, same scale event. Wins amplify, losses compress.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6537960"/>
            <a:ext cx="109728" cy="10972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64008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win post outscored the top loss post by 51%.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· Q5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Reddit's mood follows the scoreboard.</a:t>
            </a:r>
            <a:endParaRPr lang="en-US" sz="3200" dirty="0"/>
          </a:p>
        </p:txBody>
      </p:sp>
      <p:pic>
        <p:nvPicPr>
          <p:cNvPr id="4" name="Image 0" descr="/home/claude/slides/figures/05_sentiment_by_perio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68580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0960" y="1737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68096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2023 group stage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15600" y="2103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+0.053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8096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2023 final aftermath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+0.051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68096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2024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0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+0.062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68096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T20 2024 group stage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51560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+0.072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68096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T20 2024 final aftermath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515600" y="4114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+0.116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806440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5669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compound score: -1 (negative) to +1 (positive).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6172200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6035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aftermath to win aftermath: 2.3x more positive.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· Q7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LDA discovered cricket's conversation genres.</a:t>
            </a:r>
            <a:endParaRPr lang="en-US" sz="2800" dirty="0"/>
          </a:p>
        </p:txBody>
      </p:sp>
      <p:pic>
        <p:nvPicPr>
          <p:cNvPr id="4" name="Image 0" descr="/home/claude/slides/figures/05_lda_top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1106424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806440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669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topics from 50,000 cricket comments. We never told it what cricket is.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6172200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6035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 = player performance. Topic 4 = world cup geopolitics. Topic 0 = memes.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· Q8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is community-driven, not content-driven.</a:t>
            </a:r>
            <a:endParaRPr lang="en-US" sz="2600" dirty="0"/>
          </a:p>
        </p:txBody>
      </p:sp>
      <p:pic>
        <p:nvPicPr>
          <p:cNvPr id="4" name="Image 0" descr="/home/claude/slides/figures/06_q8_feature_importanc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685800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0960" y="1737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680960" y="2103120"/>
            <a:ext cx="1874520" cy="914400"/>
          </a:xfrm>
          <a:prstGeom prst="rect">
            <a:avLst/>
          </a:prstGeom>
          <a:solidFill>
            <a:srgbClr val="F8F5F0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0" y="2148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0.673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680960" y="26517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9738360" y="2103120"/>
            <a:ext cx="1874520" cy="914400"/>
          </a:xfrm>
          <a:prstGeom prst="rect">
            <a:avLst/>
          </a:prstGeom>
          <a:solidFill>
            <a:srgbClr val="F8F5F0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38360" y="2148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73.86%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9738360" y="26517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680960" y="320040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56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virality is just</a:t>
            </a:r>
            <a:endParaRPr lang="en-US" sz="5600" dirty="0"/>
          </a:p>
          <a:p>
            <a:pPr indent="0" marL="0">
              <a:buNone/>
            </a:pPr>
            <a:r>
              <a:rPr lang="en-US" sz="14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subreddit you're in.</a:t>
            </a:r>
            <a:endParaRPr lang="en-US" sz="5600" dirty="0"/>
          </a:p>
        </p:txBody>
      </p:sp>
      <p:sp>
        <p:nvSpPr>
          <p:cNvPr id="13" name="Shape 10"/>
          <p:cNvSpPr/>
          <p:nvPr/>
        </p:nvSpPr>
        <p:spPr>
          <a:xfrm>
            <a:off x="548640" y="5989320"/>
            <a:ext cx="109728" cy="10972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5852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day, day of week, player mentions: barely matter.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· Q10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 recovered cricket Reddit's natural structure.</a:t>
            </a:r>
            <a:endParaRPr lang="en-US" sz="2600" dirty="0"/>
          </a:p>
        </p:txBody>
      </p:sp>
      <p:pic>
        <p:nvPicPr>
          <p:cNvPr id="4" name="Image 0" descr="/home/claude/slides/figures/06_q10_subreddit_clust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685800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0960" y="1828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BEHAVIORAL CLUSTERS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680960" y="2286000"/>
            <a:ext cx="54864" cy="6858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4"/>
          <p:cNvSpPr/>
          <p:nvPr/>
        </p:nvSpPr>
        <p:spPr>
          <a:xfrm>
            <a:off x="7818120" y="22860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Mainstream Giant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18120" y="26517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r/Cricket alone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680960" y="3154680"/>
            <a:ext cx="54864" cy="6858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7"/>
          <p:cNvSpPr/>
          <p:nvPr/>
        </p:nvSpPr>
        <p:spPr>
          <a:xfrm>
            <a:off x="7818120" y="31546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Viral Content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18120" y="35204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CricketShitpost, IndiaCricket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80960" y="4023360"/>
            <a:ext cx="54864" cy="6858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3" name="Text 10"/>
          <p:cNvSpPr/>
          <p:nvPr/>
        </p:nvSpPr>
        <p:spPr>
          <a:xfrm>
            <a:off x="7818120" y="40233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Fan Communities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818120" y="43891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RCB, MI, CSK, IPL, +8 more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680960" y="4892040"/>
            <a:ext cx="54864" cy="68580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16" name="Text 13"/>
          <p:cNvSpPr/>
          <p:nvPr/>
        </p:nvSpPr>
        <p:spPr>
          <a:xfrm>
            <a:off x="7818120" y="48920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Rivalry / Niche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818120" y="52578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PakCricket, RR, SRH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5989320"/>
            <a:ext cx="109728" cy="10972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5852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told K-Means about cricket. It found the structure on its own.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SO WHAT?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recommendations the data actually supports.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73736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37360" y="24231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Subreddit choice matters 70x more than time of day.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29077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r/Cricket and r/CricketShitpost first.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73736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3840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Dhoni for endearment ROI (+0.108 sentiment).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43251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for reach (most mentions). Kohli for both.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9377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737360" y="4937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BCCI COMMS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52578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tail: 3 days. Win tail: 7 days.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57424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press and merchandise around the 7-day win window.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i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Obuleni    ·    Viharika Vemparala    ·    Siddardha Reddy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Three Kings - Cricket Reddit Analysis</dc:title>
  <dc:subject>PptxGenJS Presentation</dc:subject>
  <dc:creator>Group 9</dc:creator>
  <cp:lastModifiedBy>Group 9</cp:lastModifiedBy>
  <cp:revision>1</cp:revision>
  <dcterms:created xsi:type="dcterms:W3CDTF">2026-04-28T21:09:50Z</dcterms:created>
  <dcterms:modified xsi:type="dcterms:W3CDTF">2026-04-28T21:09:50Z</dcterms:modified>
</cp:coreProperties>
</file>